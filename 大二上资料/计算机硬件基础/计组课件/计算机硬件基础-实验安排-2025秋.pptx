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5"/>
  </p:notesMasterIdLst>
  <p:handoutMasterIdLst>
    <p:handoutMasterId r:id="rId16"/>
  </p:handoutMasterIdLst>
  <p:sldIdLst>
    <p:sldId id="412" r:id="rId3"/>
    <p:sldId id="494" r:id="rId4"/>
    <p:sldId id="567" r:id="rId5"/>
    <p:sldId id="533" r:id="rId6"/>
    <p:sldId id="542" r:id="rId7"/>
    <p:sldId id="545" r:id="rId8"/>
    <p:sldId id="555" r:id="rId9"/>
    <p:sldId id="556" r:id="rId10"/>
    <p:sldId id="535" r:id="rId11"/>
    <p:sldId id="560" r:id="rId12"/>
    <p:sldId id="599" r:id="rId13"/>
    <p:sldId id="600" r:id="rId14"/>
  </p:sldIdLst>
  <p:sldSz cx="12192000" cy="6858000"/>
  <p:notesSz cx="6883400" cy="9906000"/>
  <p:custDataLst>
    <p:tags r:id="rId17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37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12"/>
    <p:restoredTop sz="86463"/>
  </p:normalViewPr>
  <p:slideViewPr>
    <p:cSldViewPr showGuides="1">
      <p:cViewPr varScale="1">
        <p:scale>
          <a:sx n="110" d="100"/>
          <a:sy n="110" d="100"/>
        </p:scale>
        <p:origin x="1040" y="168"/>
      </p:cViewPr>
      <p:guideLst>
        <p:guide orient="horz" pos="2158"/>
        <p:guide pos="379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840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8900" y="0"/>
            <a:ext cx="29829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50F9DED-3A87-4685-A352-D2A3F5A0AE74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2025/9/8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09113"/>
            <a:ext cx="29829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8900" y="9409113"/>
            <a:ext cx="2982913" cy="4953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E2967D4-29BC-45F8-B1A2-5FE76DA4DAC3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2913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939" tIns="47969" rIns="95939" bIns="47969" numCol="1" anchor="t" anchorCtr="0" compatLnSpc="1"/>
          <a:lstStyle>
            <a:lvl1pPr eaLnBrk="1" hangingPunct="1">
              <a:defRPr kumimoji="1" sz="13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59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8900" y="0"/>
            <a:ext cx="2982913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939" tIns="47969" rIns="95939" bIns="47969" numCol="1" anchor="t" anchorCtr="0" compatLnSpc="1"/>
          <a:lstStyle>
            <a:lvl1pPr algn="r" eaLnBrk="1" hangingPunct="1">
              <a:defRPr kumimoji="1" sz="13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8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42950"/>
            <a:ext cx="6604000" cy="37147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959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975" y="4705350"/>
            <a:ext cx="5505450" cy="44577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939" tIns="47969" rIns="95939" bIns="47969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2959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09113"/>
            <a:ext cx="2982913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939" tIns="47969" rIns="95939" bIns="47969" numCol="1" anchor="b" anchorCtr="0" compatLnSpc="1"/>
          <a:lstStyle>
            <a:lvl1pPr eaLnBrk="1" hangingPunct="1">
              <a:defRPr kumimoji="1" sz="13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59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8900" y="9409113"/>
            <a:ext cx="2982913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939" tIns="47969" rIns="95939" bIns="47969" numCol="1" anchor="b" anchorCtr="0" compatLnSpc="1"/>
          <a:lstStyle>
            <a:lvl1pPr algn="r" eaLnBrk="1" hangingPunct="1">
              <a:defRPr kumimoji="1" sz="13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2E263A-4D20-4246-BB80-2ED277C065C2}" type="slidenum"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290" name="备注占位符 2"/>
          <p:cNvSpPr>
            <a:spLocks noGrp="1"/>
          </p:cNvSpPr>
          <p:nvPr>
            <p:ph type="body"/>
          </p:nvPr>
        </p:nvSpPr>
        <p:spPr/>
        <p:txBody>
          <a:bodyPr wrap="square" lIns="95939" tIns="47969" rIns="95939" bIns="47969" anchor="t"/>
          <a:lstStyle/>
          <a:p>
            <a:pPr lvl="0"/>
            <a:endParaRPr lang="zh-CN" altLang="en-US" dirty="0"/>
          </a:p>
        </p:txBody>
      </p:sp>
      <p:sp>
        <p:nvSpPr>
          <p:cNvPr id="12291" name="幻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5939" tIns="47969" rIns="95939" bIns="47969" anchor="b"/>
          <a:lstStyle/>
          <a:p>
            <a:pPr lvl="0" algn="r"/>
            <a:fld id="{9A0DB2DC-4C9A-4742-B13C-FB6460FD3503}" type="slidenum">
              <a:rPr lang="zh-CN" altLang="en-US" sz="1300">
                <a:latin typeface="Times New Roman" panose="02020603050405020304" pitchFamily="18" charset="0"/>
              </a:rPr>
              <a:t>3</a:t>
            </a:fld>
            <a:endParaRPr lang="zh-CN" altLang="en-US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EB54A04B-7AB5-204A-B881-38BBECCCF81B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/>
          <p:nvPr/>
        </p:nvGrpSpPr>
        <p:grpSpPr>
          <a:xfrm>
            <a:off x="0" y="2438400"/>
            <a:ext cx="12012613" cy="1052513"/>
            <a:chOff x="0" y="1536"/>
            <a:chExt cx="5675" cy="663"/>
          </a:xfrm>
        </p:grpSpPr>
        <p:grpSp>
          <p:nvGrpSpPr>
            <p:cNvPr id="3075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3078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8"/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5601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676400"/>
            <a:ext cx="10363200" cy="1462088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5601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2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208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5720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440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B63726-F82B-45E2-AB34-0FCF0B5CCF5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zh-CN" strike="noStrike" noProof="1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altLang="zh-CN" strike="noStrike" noProof="1"/>
              <a:t>Click to edit Master text styles</a:t>
            </a:r>
          </a:p>
          <a:p>
            <a:pPr lvl="1" fontAlgn="base"/>
            <a:r>
              <a:rPr lang="en-US" altLang="zh-CN" strike="noStrike" noProof="1"/>
              <a:t>Second level</a:t>
            </a:r>
          </a:p>
          <a:p>
            <a:pPr lvl="2" fontAlgn="base"/>
            <a:r>
              <a:rPr lang="en-US" altLang="zh-CN" strike="noStrike" noProof="1"/>
              <a:t>Third level</a:t>
            </a:r>
          </a:p>
          <a:p>
            <a:pPr lvl="3" fontAlgn="base"/>
            <a:r>
              <a:rPr lang="en-US" altLang="zh-CN" strike="noStrike" noProof="1"/>
              <a:t>Fourth level</a:t>
            </a:r>
          </a:p>
          <a:p>
            <a:pPr lvl="4" fontAlgn="base"/>
            <a:r>
              <a:rPr lang="en-US" altLang="zh-CN" strike="noStrike" noProof="1"/>
              <a:t>Fifth level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27B3F-7FC8-40B2-9B82-90BCC03F144A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en-US" altLang="zh-CN" strike="noStrike" noProof="1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en-US" altLang="zh-CN" strike="noStrike" noProof="1"/>
              <a:t>Click to edit Master text styles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27B3F-7FC8-40B2-9B82-90BCC03F144A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zh-CN" strike="noStrike" noProof="1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667" y="1268413"/>
            <a:ext cx="5507567" cy="50403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altLang="zh-CN" strike="noStrike" noProof="1"/>
              <a:t>Click to edit Master text styles</a:t>
            </a:r>
          </a:p>
          <a:p>
            <a:pPr lvl="1" fontAlgn="base"/>
            <a:r>
              <a:rPr lang="en-US" altLang="zh-CN" strike="noStrike" noProof="1"/>
              <a:t>Second level</a:t>
            </a:r>
          </a:p>
          <a:p>
            <a:pPr lvl="2" fontAlgn="base"/>
            <a:r>
              <a:rPr lang="en-US" altLang="zh-CN" strike="noStrike" noProof="1"/>
              <a:t>Third level</a:t>
            </a:r>
          </a:p>
          <a:p>
            <a:pPr lvl="3" fontAlgn="base"/>
            <a:r>
              <a:rPr lang="en-US" altLang="zh-CN" strike="noStrike" noProof="1"/>
              <a:t>Fourth level</a:t>
            </a:r>
          </a:p>
          <a:p>
            <a:pPr lvl="4" fontAlgn="base"/>
            <a:r>
              <a:rPr lang="en-US" altLang="zh-CN" strike="noStrike" noProof="1"/>
              <a:t>Fifth level</a:t>
            </a:r>
            <a:endParaRPr lang="zh-CN" alt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30434" y="1268413"/>
            <a:ext cx="5509684" cy="50403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altLang="zh-CN" strike="noStrike" noProof="1"/>
              <a:t>Click to edit Master text styles</a:t>
            </a:r>
          </a:p>
          <a:p>
            <a:pPr lvl="1" fontAlgn="base"/>
            <a:r>
              <a:rPr lang="en-US" altLang="zh-CN" strike="noStrike" noProof="1"/>
              <a:t>Second level</a:t>
            </a:r>
          </a:p>
          <a:p>
            <a:pPr lvl="2" fontAlgn="base"/>
            <a:r>
              <a:rPr lang="en-US" altLang="zh-CN" strike="noStrike" noProof="1"/>
              <a:t>Third level</a:t>
            </a:r>
          </a:p>
          <a:p>
            <a:pPr lvl="3" fontAlgn="base"/>
            <a:r>
              <a:rPr lang="en-US" altLang="zh-CN" strike="noStrike" noProof="1"/>
              <a:t>Fourth level</a:t>
            </a:r>
          </a:p>
          <a:p>
            <a:pPr lvl="4" fontAlgn="base"/>
            <a:r>
              <a:rPr lang="en-US" altLang="zh-CN" strike="noStrike" noProof="1"/>
              <a:t>Fifth level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27B3F-7FC8-40B2-9B82-90BCC03F144A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en-US" altLang="zh-CN" strike="noStrike" noProof="1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altLang="zh-CN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altLang="zh-CN" strike="noStrike" noProof="1"/>
              <a:t>Click to edit Master text styles</a:t>
            </a:r>
          </a:p>
          <a:p>
            <a:pPr lvl="1" fontAlgn="base"/>
            <a:r>
              <a:rPr lang="en-US" altLang="zh-CN" strike="noStrike" noProof="1"/>
              <a:t>Second level</a:t>
            </a:r>
          </a:p>
          <a:p>
            <a:pPr lvl="2" fontAlgn="base"/>
            <a:r>
              <a:rPr lang="en-US" altLang="zh-CN" strike="noStrike" noProof="1"/>
              <a:t>Third level</a:t>
            </a:r>
          </a:p>
          <a:p>
            <a:pPr lvl="3" fontAlgn="base"/>
            <a:r>
              <a:rPr lang="en-US" altLang="zh-CN" strike="noStrike" noProof="1"/>
              <a:t>Fourth level</a:t>
            </a:r>
          </a:p>
          <a:p>
            <a:pPr lvl="4" fontAlgn="base"/>
            <a:r>
              <a:rPr lang="en-US" altLang="zh-CN" strike="noStrike" noProof="1"/>
              <a:t>Fifth level</a:t>
            </a:r>
            <a:endParaRPr lang="zh-CN" alt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altLang="zh-CN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altLang="zh-CN" strike="noStrike" noProof="1"/>
              <a:t>Click to edit Master text styles</a:t>
            </a:r>
          </a:p>
          <a:p>
            <a:pPr lvl="1" fontAlgn="base"/>
            <a:r>
              <a:rPr lang="en-US" altLang="zh-CN" strike="noStrike" noProof="1"/>
              <a:t>Second level</a:t>
            </a:r>
          </a:p>
          <a:p>
            <a:pPr lvl="2" fontAlgn="base"/>
            <a:r>
              <a:rPr lang="en-US" altLang="zh-CN" strike="noStrike" noProof="1"/>
              <a:t>Third level</a:t>
            </a:r>
          </a:p>
          <a:p>
            <a:pPr lvl="3" fontAlgn="base"/>
            <a:r>
              <a:rPr lang="en-US" altLang="zh-CN" strike="noStrike" noProof="1"/>
              <a:t>Fourth level</a:t>
            </a:r>
          </a:p>
          <a:p>
            <a:pPr lvl="4" fontAlgn="base"/>
            <a:r>
              <a:rPr lang="en-US" altLang="zh-CN" strike="noStrike" noProof="1"/>
              <a:t>Fifth level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27B3F-7FC8-40B2-9B82-90BCC03F144A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zh-CN" strike="noStrike" noProof="1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27B3F-7FC8-40B2-9B82-90BCC03F144A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27B3F-7FC8-40B2-9B82-90BCC03F144A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en-US" altLang="zh-CN" strike="noStrike" noProof="1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altLang="zh-CN" strike="noStrike" noProof="1"/>
              <a:t>Click to edit Master text styles</a:t>
            </a:r>
          </a:p>
          <a:p>
            <a:pPr lvl="1" fontAlgn="base"/>
            <a:r>
              <a:rPr lang="en-US" altLang="zh-CN" strike="noStrike" noProof="1"/>
              <a:t>Second level</a:t>
            </a:r>
          </a:p>
          <a:p>
            <a:pPr lvl="2" fontAlgn="base"/>
            <a:r>
              <a:rPr lang="en-US" altLang="zh-CN" strike="noStrike" noProof="1"/>
              <a:t>Third level</a:t>
            </a:r>
          </a:p>
          <a:p>
            <a:pPr lvl="3" fontAlgn="base"/>
            <a:r>
              <a:rPr lang="en-US" altLang="zh-CN" strike="noStrike" noProof="1"/>
              <a:t>Fourth level</a:t>
            </a:r>
          </a:p>
          <a:p>
            <a:pPr lvl="4" fontAlgn="base"/>
            <a:r>
              <a:rPr lang="en-US" altLang="zh-CN" strike="noStrike" noProof="1"/>
              <a:t>Fifth level</a:t>
            </a:r>
            <a:endParaRPr lang="zh-CN" alt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altLang="zh-CN" strike="noStrike" noProof="1"/>
              <a:t>Click to 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27B3F-7FC8-40B2-9B82-90BCC03F144A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en-US" altLang="zh-CN" strike="noStrike" noProof="1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altLang="zh-CN" strike="noStrike" noProof="1"/>
              <a:t>Click to 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27B3F-7FC8-40B2-9B82-90BCC03F144A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zh-CN" strike="noStrike" noProof="1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altLang="zh-CN" strike="noStrike" noProof="1"/>
              <a:t>Click to edit Master text styles</a:t>
            </a:r>
          </a:p>
          <a:p>
            <a:pPr lvl="1" fontAlgn="base"/>
            <a:r>
              <a:rPr lang="en-US" altLang="zh-CN" strike="noStrike" noProof="1"/>
              <a:t>Second level</a:t>
            </a:r>
          </a:p>
          <a:p>
            <a:pPr lvl="2" fontAlgn="base"/>
            <a:r>
              <a:rPr lang="en-US" altLang="zh-CN" strike="noStrike" noProof="1"/>
              <a:t>Third level</a:t>
            </a:r>
          </a:p>
          <a:p>
            <a:pPr lvl="3" fontAlgn="base"/>
            <a:r>
              <a:rPr lang="en-US" altLang="zh-CN" strike="noStrike" noProof="1"/>
              <a:t>Fourth level</a:t>
            </a:r>
          </a:p>
          <a:p>
            <a:pPr lvl="4" fontAlgn="base"/>
            <a:r>
              <a:rPr lang="en-US" altLang="zh-CN" strike="noStrike" noProof="1"/>
              <a:t>Fifth level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27B3F-7FC8-40B2-9B82-90BCC03F144A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35533" y="98425"/>
            <a:ext cx="2804584" cy="6210300"/>
          </a:xfrm>
        </p:spPr>
        <p:txBody>
          <a:bodyPr vert="eaVert"/>
          <a:lstStyle/>
          <a:p>
            <a:pPr fontAlgn="base"/>
            <a:r>
              <a:rPr lang="en-US" altLang="zh-CN" strike="noStrike" noProof="1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9667" y="98425"/>
            <a:ext cx="8212667" cy="6210300"/>
          </a:xfrm>
        </p:spPr>
        <p:txBody>
          <a:bodyPr vert="eaVert"/>
          <a:lstStyle/>
          <a:p>
            <a:pPr lvl="0" fontAlgn="base"/>
            <a:r>
              <a:rPr lang="en-US" altLang="zh-CN" strike="noStrike" noProof="1"/>
              <a:t>Click to edit Master text styles</a:t>
            </a:r>
          </a:p>
          <a:p>
            <a:pPr lvl="1" fontAlgn="base"/>
            <a:r>
              <a:rPr lang="en-US" altLang="zh-CN" strike="noStrike" noProof="1"/>
              <a:t>Second level</a:t>
            </a:r>
          </a:p>
          <a:p>
            <a:pPr lvl="2" fontAlgn="base"/>
            <a:r>
              <a:rPr lang="en-US" altLang="zh-CN" strike="noStrike" noProof="1"/>
              <a:t>Third level</a:t>
            </a:r>
          </a:p>
          <a:p>
            <a:pPr lvl="3" fontAlgn="base"/>
            <a:r>
              <a:rPr lang="en-US" altLang="zh-CN" strike="noStrike" noProof="1"/>
              <a:t>Fourth level</a:t>
            </a:r>
          </a:p>
          <a:p>
            <a:pPr lvl="4" fontAlgn="base"/>
            <a:r>
              <a:rPr lang="en-US" altLang="zh-CN" strike="noStrike" noProof="1"/>
              <a:t>Fifth level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27B3F-7FC8-40B2-9B82-90BCC03F144A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98426"/>
            <a:ext cx="10390716" cy="766763"/>
          </a:xfrm>
        </p:spPr>
        <p:txBody>
          <a:bodyPr/>
          <a:lstStyle/>
          <a:p>
            <a:pPr fontAlgn="base"/>
            <a:r>
              <a:rPr lang="en-US" altLang="zh-CN" strike="noStrike" noProof="1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719667" y="1268413"/>
            <a:ext cx="11220451" cy="50403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27B3F-7FC8-40B2-9B82-90BCC03F144A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/>
          <p:nvPr/>
        </p:nvGrpSpPr>
        <p:grpSpPr>
          <a:xfrm>
            <a:off x="0" y="2438400"/>
            <a:ext cx="12012613" cy="1052513"/>
            <a:chOff x="0" y="1536"/>
            <a:chExt cx="5675" cy="663"/>
          </a:xfrm>
        </p:grpSpPr>
        <p:grpSp>
          <p:nvGrpSpPr>
            <p:cNvPr id="3075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3078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8"/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5601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676400"/>
            <a:ext cx="10363200" cy="1462088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5601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2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208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5720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440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B63726-F82B-45E2-AB34-0FCF0B5CCF5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zh-CN" strike="noStrike" noProof="1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altLang="zh-CN" strike="noStrike" noProof="1"/>
              <a:t>Click to edit Master text styles</a:t>
            </a:r>
          </a:p>
          <a:p>
            <a:pPr lvl="1" fontAlgn="base"/>
            <a:r>
              <a:rPr lang="en-US" altLang="zh-CN" strike="noStrike" noProof="1"/>
              <a:t>Second level</a:t>
            </a:r>
          </a:p>
          <a:p>
            <a:pPr lvl="2" fontAlgn="base"/>
            <a:r>
              <a:rPr lang="en-US" altLang="zh-CN" strike="noStrike" noProof="1"/>
              <a:t>Third level</a:t>
            </a:r>
          </a:p>
          <a:p>
            <a:pPr lvl="3" fontAlgn="base"/>
            <a:r>
              <a:rPr lang="en-US" altLang="zh-CN" strike="noStrike" noProof="1"/>
              <a:t>Fourth level</a:t>
            </a:r>
          </a:p>
          <a:p>
            <a:pPr lvl="4" fontAlgn="base"/>
            <a:r>
              <a:rPr lang="en-US" altLang="zh-CN" strike="noStrike" noProof="1"/>
              <a:t>Fifth level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27B3F-7FC8-40B2-9B82-90BCC03F144A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en-US" altLang="zh-CN" strike="noStrike" noProof="1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en-US" altLang="zh-CN" strike="noStrike" noProof="1"/>
              <a:t>Click to edit Master text styles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27B3F-7FC8-40B2-9B82-90BCC03F144A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zh-CN" strike="noStrike" noProof="1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667" y="1268413"/>
            <a:ext cx="5507567" cy="50403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altLang="zh-CN" strike="noStrike" noProof="1"/>
              <a:t>Click to edit Master text styles</a:t>
            </a:r>
          </a:p>
          <a:p>
            <a:pPr lvl="1" fontAlgn="base"/>
            <a:r>
              <a:rPr lang="en-US" altLang="zh-CN" strike="noStrike" noProof="1"/>
              <a:t>Second level</a:t>
            </a:r>
          </a:p>
          <a:p>
            <a:pPr lvl="2" fontAlgn="base"/>
            <a:r>
              <a:rPr lang="en-US" altLang="zh-CN" strike="noStrike" noProof="1"/>
              <a:t>Third level</a:t>
            </a:r>
          </a:p>
          <a:p>
            <a:pPr lvl="3" fontAlgn="base"/>
            <a:r>
              <a:rPr lang="en-US" altLang="zh-CN" strike="noStrike" noProof="1"/>
              <a:t>Fourth level</a:t>
            </a:r>
          </a:p>
          <a:p>
            <a:pPr lvl="4" fontAlgn="base"/>
            <a:r>
              <a:rPr lang="en-US" altLang="zh-CN" strike="noStrike" noProof="1"/>
              <a:t>Fifth level</a:t>
            </a:r>
            <a:endParaRPr lang="zh-CN" alt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30434" y="1268413"/>
            <a:ext cx="5509684" cy="50403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altLang="zh-CN" strike="noStrike" noProof="1"/>
              <a:t>Click to edit Master text styles</a:t>
            </a:r>
          </a:p>
          <a:p>
            <a:pPr lvl="1" fontAlgn="base"/>
            <a:r>
              <a:rPr lang="en-US" altLang="zh-CN" strike="noStrike" noProof="1"/>
              <a:t>Second level</a:t>
            </a:r>
          </a:p>
          <a:p>
            <a:pPr lvl="2" fontAlgn="base"/>
            <a:r>
              <a:rPr lang="en-US" altLang="zh-CN" strike="noStrike" noProof="1"/>
              <a:t>Third level</a:t>
            </a:r>
          </a:p>
          <a:p>
            <a:pPr lvl="3" fontAlgn="base"/>
            <a:r>
              <a:rPr lang="en-US" altLang="zh-CN" strike="noStrike" noProof="1"/>
              <a:t>Fourth level</a:t>
            </a:r>
          </a:p>
          <a:p>
            <a:pPr lvl="4" fontAlgn="base"/>
            <a:r>
              <a:rPr lang="en-US" altLang="zh-CN" strike="noStrike" noProof="1"/>
              <a:t>Fifth level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27B3F-7FC8-40B2-9B82-90BCC03F144A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en-US" altLang="zh-CN" strike="noStrike" noProof="1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altLang="zh-CN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altLang="zh-CN" strike="noStrike" noProof="1"/>
              <a:t>Click to edit Master text styles</a:t>
            </a:r>
          </a:p>
          <a:p>
            <a:pPr lvl="1" fontAlgn="base"/>
            <a:r>
              <a:rPr lang="en-US" altLang="zh-CN" strike="noStrike" noProof="1"/>
              <a:t>Second level</a:t>
            </a:r>
          </a:p>
          <a:p>
            <a:pPr lvl="2" fontAlgn="base"/>
            <a:r>
              <a:rPr lang="en-US" altLang="zh-CN" strike="noStrike" noProof="1"/>
              <a:t>Third level</a:t>
            </a:r>
          </a:p>
          <a:p>
            <a:pPr lvl="3" fontAlgn="base"/>
            <a:r>
              <a:rPr lang="en-US" altLang="zh-CN" strike="noStrike" noProof="1"/>
              <a:t>Fourth level</a:t>
            </a:r>
          </a:p>
          <a:p>
            <a:pPr lvl="4" fontAlgn="base"/>
            <a:r>
              <a:rPr lang="en-US" altLang="zh-CN" strike="noStrike" noProof="1"/>
              <a:t>Fifth level</a:t>
            </a:r>
            <a:endParaRPr lang="zh-CN" alt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altLang="zh-CN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altLang="zh-CN" strike="noStrike" noProof="1"/>
              <a:t>Click to edit Master text styles</a:t>
            </a:r>
          </a:p>
          <a:p>
            <a:pPr lvl="1" fontAlgn="base"/>
            <a:r>
              <a:rPr lang="en-US" altLang="zh-CN" strike="noStrike" noProof="1"/>
              <a:t>Second level</a:t>
            </a:r>
          </a:p>
          <a:p>
            <a:pPr lvl="2" fontAlgn="base"/>
            <a:r>
              <a:rPr lang="en-US" altLang="zh-CN" strike="noStrike" noProof="1"/>
              <a:t>Third level</a:t>
            </a:r>
          </a:p>
          <a:p>
            <a:pPr lvl="3" fontAlgn="base"/>
            <a:r>
              <a:rPr lang="en-US" altLang="zh-CN" strike="noStrike" noProof="1"/>
              <a:t>Fourth level</a:t>
            </a:r>
          </a:p>
          <a:p>
            <a:pPr lvl="4" fontAlgn="base"/>
            <a:r>
              <a:rPr lang="en-US" altLang="zh-CN" strike="noStrike" noProof="1"/>
              <a:t>Fifth level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27B3F-7FC8-40B2-9B82-90BCC03F144A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zh-CN" strike="noStrike" noProof="1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27B3F-7FC8-40B2-9B82-90BCC03F144A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27B3F-7FC8-40B2-9B82-90BCC03F144A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en-US" altLang="zh-CN" strike="noStrike" noProof="1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altLang="zh-CN" strike="noStrike" noProof="1"/>
              <a:t>Click to edit Master text styles</a:t>
            </a:r>
          </a:p>
          <a:p>
            <a:pPr lvl="1" fontAlgn="base"/>
            <a:r>
              <a:rPr lang="en-US" altLang="zh-CN" strike="noStrike" noProof="1"/>
              <a:t>Second level</a:t>
            </a:r>
          </a:p>
          <a:p>
            <a:pPr lvl="2" fontAlgn="base"/>
            <a:r>
              <a:rPr lang="en-US" altLang="zh-CN" strike="noStrike" noProof="1"/>
              <a:t>Third level</a:t>
            </a:r>
          </a:p>
          <a:p>
            <a:pPr lvl="3" fontAlgn="base"/>
            <a:r>
              <a:rPr lang="en-US" altLang="zh-CN" strike="noStrike" noProof="1"/>
              <a:t>Fourth level</a:t>
            </a:r>
          </a:p>
          <a:p>
            <a:pPr lvl="4" fontAlgn="base"/>
            <a:r>
              <a:rPr lang="en-US" altLang="zh-CN" strike="noStrike" noProof="1"/>
              <a:t>Fifth level</a:t>
            </a:r>
            <a:endParaRPr lang="zh-CN" alt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altLang="zh-CN" strike="noStrike" noProof="1"/>
              <a:t>Click to 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27B3F-7FC8-40B2-9B82-90BCC03F144A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en-US" altLang="zh-CN" strike="noStrike" noProof="1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altLang="zh-CN" strike="noStrike" noProof="1"/>
              <a:t>Click to 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27B3F-7FC8-40B2-9B82-90BCC03F144A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zh-CN" strike="noStrike" noProof="1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altLang="zh-CN" strike="noStrike" noProof="1"/>
              <a:t>Click to edit Master text styles</a:t>
            </a:r>
          </a:p>
          <a:p>
            <a:pPr lvl="1" fontAlgn="base"/>
            <a:r>
              <a:rPr lang="en-US" altLang="zh-CN" strike="noStrike" noProof="1"/>
              <a:t>Second level</a:t>
            </a:r>
          </a:p>
          <a:p>
            <a:pPr lvl="2" fontAlgn="base"/>
            <a:r>
              <a:rPr lang="en-US" altLang="zh-CN" strike="noStrike" noProof="1"/>
              <a:t>Third level</a:t>
            </a:r>
          </a:p>
          <a:p>
            <a:pPr lvl="3" fontAlgn="base"/>
            <a:r>
              <a:rPr lang="en-US" altLang="zh-CN" strike="noStrike" noProof="1"/>
              <a:t>Fourth level</a:t>
            </a:r>
          </a:p>
          <a:p>
            <a:pPr lvl="4" fontAlgn="base"/>
            <a:r>
              <a:rPr lang="en-US" altLang="zh-CN" strike="noStrike" noProof="1"/>
              <a:t>Fifth level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27B3F-7FC8-40B2-9B82-90BCC03F144A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35533" y="98425"/>
            <a:ext cx="2804584" cy="6210300"/>
          </a:xfrm>
        </p:spPr>
        <p:txBody>
          <a:bodyPr vert="eaVert"/>
          <a:lstStyle/>
          <a:p>
            <a:pPr fontAlgn="base"/>
            <a:r>
              <a:rPr lang="en-US" altLang="zh-CN" strike="noStrike" noProof="1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9667" y="98425"/>
            <a:ext cx="8212667" cy="6210300"/>
          </a:xfrm>
        </p:spPr>
        <p:txBody>
          <a:bodyPr vert="eaVert"/>
          <a:lstStyle/>
          <a:p>
            <a:pPr lvl="0" fontAlgn="base"/>
            <a:r>
              <a:rPr lang="en-US" altLang="zh-CN" strike="noStrike" noProof="1"/>
              <a:t>Click to edit Master text styles</a:t>
            </a:r>
          </a:p>
          <a:p>
            <a:pPr lvl="1" fontAlgn="base"/>
            <a:r>
              <a:rPr lang="en-US" altLang="zh-CN" strike="noStrike" noProof="1"/>
              <a:t>Second level</a:t>
            </a:r>
          </a:p>
          <a:p>
            <a:pPr lvl="2" fontAlgn="base"/>
            <a:r>
              <a:rPr lang="en-US" altLang="zh-CN" strike="noStrike" noProof="1"/>
              <a:t>Third level</a:t>
            </a:r>
          </a:p>
          <a:p>
            <a:pPr lvl="3" fontAlgn="base"/>
            <a:r>
              <a:rPr lang="en-US" altLang="zh-CN" strike="noStrike" noProof="1"/>
              <a:t>Fourth level</a:t>
            </a:r>
          </a:p>
          <a:p>
            <a:pPr lvl="4" fontAlgn="base"/>
            <a:r>
              <a:rPr lang="en-US" altLang="zh-CN" strike="noStrike" noProof="1"/>
              <a:t>Fifth level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27B3F-7FC8-40B2-9B82-90BCC03F144A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98426"/>
            <a:ext cx="10390716" cy="766763"/>
          </a:xfrm>
        </p:spPr>
        <p:txBody>
          <a:bodyPr/>
          <a:lstStyle/>
          <a:p>
            <a:pPr fontAlgn="base"/>
            <a:r>
              <a:rPr lang="en-US" altLang="zh-CN" strike="noStrike" noProof="1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719667" y="1268413"/>
            <a:ext cx="11220451" cy="5040312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27B3F-7FC8-40B2-9B82-90BCC03F144A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557213" y="252413"/>
            <a:ext cx="58420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1066800" y="252413"/>
            <a:ext cx="438150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722313" y="674688"/>
            <a:ext cx="5619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1214438" y="674688"/>
            <a:ext cx="492125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69863" y="601663"/>
            <a:ext cx="746125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1016000" y="144463"/>
            <a:ext cx="42863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590550" y="935038"/>
            <a:ext cx="10968038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/>
          </p:cNvSpPr>
          <p:nvPr>
            <p:ph type="title"/>
          </p:nvPr>
        </p:nvSpPr>
        <p:spPr>
          <a:xfrm>
            <a:off x="1535113" y="98425"/>
            <a:ext cx="10390187" cy="766763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4" name="Rectangle 10"/>
          <p:cNvSpPr>
            <a:spLocks noGrp="1"/>
          </p:cNvSpPr>
          <p:nvPr>
            <p:ph type="body"/>
          </p:nvPr>
        </p:nvSpPr>
        <p:spPr>
          <a:xfrm>
            <a:off x="719138" y="1268413"/>
            <a:ext cx="11220450" cy="5040312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 indent="-28575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</a:p>
        </p:txBody>
      </p:sp>
      <p:sp>
        <p:nvSpPr>
          <p:cNvPr id="25498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49400" y="6243638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498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76800" y="6243638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498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90063" y="6243638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27B3F-7FC8-40B2-9B82-90BCC03F144A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557213" y="252413"/>
            <a:ext cx="58420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1066800" y="252413"/>
            <a:ext cx="438150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722313" y="674688"/>
            <a:ext cx="5619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1214438" y="674688"/>
            <a:ext cx="492125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69863" y="601663"/>
            <a:ext cx="746125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1016000" y="144463"/>
            <a:ext cx="42863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590550" y="935038"/>
            <a:ext cx="10968038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/>
          </p:cNvSpPr>
          <p:nvPr>
            <p:ph type="title"/>
          </p:nvPr>
        </p:nvSpPr>
        <p:spPr>
          <a:xfrm>
            <a:off x="1535113" y="98425"/>
            <a:ext cx="10390187" cy="766763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4" name="Rectangle 10"/>
          <p:cNvSpPr>
            <a:spLocks noGrp="1"/>
          </p:cNvSpPr>
          <p:nvPr>
            <p:ph type="body"/>
          </p:nvPr>
        </p:nvSpPr>
        <p:spPr>
          <a:xfrm>
            <a:off x="719138" y="1268413"/>
            <a:ext cx="11220450" cy="5040312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 indent="-28575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</a:p>
        </p:txBody>
      </p:sp>
      <p:sp>
        <p:nvSpPr>
          <p:cNvPr id="25498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49400" y="6243638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498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76800" y="6243638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498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90063" y="6243638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C27B3F-7FC8-40B2-9B82-90BCC03F144A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Relationship Id="rId4" Type="http://schemas.openxmlformats.org/officeDocument/2006/relationships/hyperlink" Target="http://2416013822@qq.com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4">
            <a:hlinkClick r:id="" action="ppaction://hlinkshowjump?jump=nextslide"/>
          </p:cNvPr>
          <p:cNvSpPr txBox="1"/>
          <p:nvPr/>
        </p:nvSpPr>
        <p:spPr>
          <a:xfrm>
            <a:off x="2039938" y="1755775"/>
            <a:ext cx="8113712" cy="2455863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 eaLnBrk="0" hangingPunct="0">
              <a:lnSpc>
                <a:spcPct val="160000"/>
              </a:lnSpc>
              <a:buSzTx/>
            </a:pPr>
            <a:r>
              <a:rPr lang="zh-CN" altLang="en-US" sz="4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计算机硬件基础（软件专业）课程实验</a:t>
            </a:r>
          </a:p>
        </p:txBody>
      </p:sp>
      <p:sp>
        <p:nvSpPr>
          <p:cNvPr id="2" name="矩形 1"/>
          <p:cNvSpPr/>
          <p:nvPr/>
        </p:nvSpPr>
        <p:spPr>
          <a:xfrm>
            <a:off x="5191125" y="5326063"/>
            <a:ext cx="140398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2025</a:t>
            </a:r>
            <a:r>
              <a:rPr kumimoji="0" lang="zh-CN" altLang="en-US" sz="32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秋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标题 1"/>
          <p:cNvSpPr>
            <a:spLocks noGrp="1"/>
          </p:cNvSpPr>
          <p:nvPr>
            <p:ph type="title"/>
          </p:nvPr>
        </p:nvSpPr>
        <p:spPr>
          <a:xfrm>
            <a:off x="1535113" y="98425"/>
            <a:ext cx="8950325" cy="766763"/>
          </a:xfrm>
        </p:spPr>
        <p:txBody>
          <a:bodyPr anchor="b"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实验教学目标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19175" y="1052830"/>
            <a:ext cx="10266680" cy="5400675"/>
          </a:xfrm>
        </p:spPr>
        <p:txBody>
          <a:bodyPr/>
          <a:lstStyle/>
          <a:p>
            <a:pPr marL="342900" lvl="1" algn="l" defTabSz="914400" latinLnBrk="0">
              <a:lnSpc>
                <a:spcPct val="180000"/>
              </a:lnSpc>
              <a:spcBef>
                <a:spcPts val="0"/>
              </a:spcBef>
            </a:pPr>
            <a:r>
              <a:rPr kumimoji="0" lang="zh-CN" altLang="en-US" sz="2800" b="1" i="0" u="none" strike="noStrike" kern="0" cap="none" spc="0" normalizeH="0" baseline="0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理解组合和时序电路的</a:t>
            </a: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基本</a:t>
            </a:r>
            <a:r>
              <a:rPr kumimoji="0" lang="zh-CN" altLang="en-US" sz="2800" b="1" i="0" u="none" strike="noStrike" kern="0" cap="none" spc="0" normalizeH="0" baseline="0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原理与设计方法</a:t>
            </a:r>
          </a:p>
          <a:p>
            <a:pPr marL="342900" marR="0" lvl="1" algn="l" defTabSz="914400" rtl="0" latinLnBrk="0">
              <a:lnSpc>
                <a:spcPct val="180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0" lang="zh-CN" altLang="en-US" sz="2800" b="1" i="0" u="none" strike="noStrike" kern="0" cap="none" spc="0" normalizeH="0" baseline="0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以MIPS体系结构指令集为例</a:t>
            </a:r>
          </a:p>
          <a:p>
            <a:pPr lvl="1" indent="0" latinLnBrk="0">
              <a:lnSpc>
                <a:spcPct val="180000"/>
              </a:lnSpc>
              <a:spcBef>
                <a:spcPts val="0"/>
              </a:spcBef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掌握</a:t>
            </a: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MIPS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汇编程序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设计和转换成机器代码的方法</a:t>
            </a:r>
            <a:endParaRPr lang="en-US" altLang="zh-CN" sz="2400" noProof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marR="0" lvl="1" indent="0" algn="l" defTabSz="914400" rtl="0" latinLnBrk="0">
              <a:lnSpc>
                <a:spcPct val="18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0" lang="zh-CN" altLang="en-US" sz="2400" b="0" i="0" u="none" strike="noStrike" kern="0" cap="none" spc="0" normalizeH="0" baseline="0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能够编写一定功能</a:t>
            </a:r>
            <a:r>
              <a:rPr kumimoji="0" lang="en-US" altLang="zh-CN" sz="2400" b="0" i="0" u="none" strike="noStrike" kern="0" cap="none" spc="0" normalizeH="0" baseline="0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kumimoji="0" lang="zh-CN" altLang="en-US" sz="2400" b="0" i="0" u="none" strike="noStrike" kern="0" cap="none" spc="0" normalizeH="0" baseline="0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包含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分支、循环、调用等</a:t>
            </a:r>
            <a:r>
              <a:rPr kumimoji="0" lang="en-US" altLang="zh-CN" sz="2400" b="0" i="0" u="none" strike="noStrike" kern="0" cap="none" spc="0" normalizeH="0" baseline="0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kumimoji="0" lang="zh-CN" altLang="en-US" sz="2400" b="0" i="0" u="none" strike="noStrike" kern="0" cap="none" spc="0" normalizeH="0" baseline="0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的汇编语言程序</a:t>
            </a:r>
            <a:endParaRPr kumimoji="0" lang="en-US" altLang="zh-CN" sz="2400" b="0" i="0" u="none" strike="noStrike" kern="0" cap="none" spc="0" normalizeH="0" baseline="0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1" algn="l" defTabSz="914400" rtl="0" latinLnBrk="0">
              <a:lnSpc>
                <a:spcPct val="180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b="1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理解</a:t>
            </a:r>
            <a:r>
              <a:rPr kumimoji="0" lang="zh-CN" altLang="en-US" b="1" i="0" u="none" strike="noStrike" kern="0" cap="none" spc="0" normalizeH="0" baseline="0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CPU的工作原理</a:t>
            </a:r>
            <a:r>
              <a:rPr lang="zh-CN" altLang="en-US" b="1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并掌握Cache的构造方法</a:t>
            </a:r>
            <a:endParaRPr kumimoji="0" lang="zh-CN" altLang="en-US" b="1" i="0" u="none" strike="noStrike" kern="0" cap="none" spc="0" normalizeH="0" baseline="0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indent="0" latinLnBrk="0">
              <a:lnSpc>
                <a:spcPct val="180000"/>
              </a:lnSpc>
              <a:spcBef>
                <a:spcPts val="0"/>
              </a:spcBef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从指令的操作语义推导出</a:t>
            </a: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CPU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设计的数据通路和控制部件</a:t>
            </a:r>
            <a:endParaRPr lang="en-US" altLang="zh-CN" sz="2400" noProof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indent="0" latinLnBrk="0">
              <a:lnSpc>
                <a:spcPct val="180000"/>
              </a:lnSpc>
              <a:spcBef>
                <a:spcPts val="0"/>
              </a:spcBef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实现模拟</a:t>
            </a: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Cache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设计，并优化</a:t>
            </a: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Cache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性能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5" name="标题 1"/>
          <p:cNvSpPr>
            <a:spLocks noGrp="1"/>
          </p:cNvSpPr>
          <p:nvPr>
            <p:ph type="title"/>
          </p:nvPr>
        </p:nvSpPr>
        <p:spPr>
          <a:xfrm>
            <a:off x="1392238" y="241300"/>
            <a:ext cx="10390187" cy="766763"/>
          </a:xfrm>
        </p:spPr>
        <p:txBody>
          <a:bodyPr anchor="b"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课程实验总体安排（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3-14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周）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95166" y="6164992"/>
            <a:ext cx="5897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注：具体实验任务和时间可能会有微调，以最终实验为准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51384" y="1268760"/>
          <a:ext cx="11231039" cy="44788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16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93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2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83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6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1166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sz="14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项目名称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课下任务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课上任务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课下实验周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课上实验周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备注</a:t>
                      </a:r>
                    </a:p>
                  </a:txBody>
                  <a:tcPr marL="33640" marR="33640" marT="4672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430"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预备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l" defTabSz="68580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en-US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数制、MIPS汇编、Mars、Logisim等实验基础知识和工具学习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marL="0" marR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第</a:t>
                      </a:r>
                      <a:r>
                        <a:rPr lang="en-US" alt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3</a:t>
                      </a:r>
                      <a:r>
                        <a:rPr lang="zh-CN" altLang="en-US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~</a:t>
                      </a:r>
                      <a:r>
                        <a:rPr lang="en-US" alt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4</a:t>
                      </a:r>
                      <a:r>
                        <a:rPr lang="zh-CN" altLang="en-US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周基于</a:t>
                      </a:r>
                      <a:r>
                        <a:rPr lang="zh-CN" altLang="en-US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实验平台开启自学，并配有部分练习题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marL="0" marR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无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3-4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无</a:t>
                      </a:r>
                      <a:endParaRPr lang="en-US" altLang="zh-CN" sz="1400" b="1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400" b="1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课下自学，在平台自练</a:t>
                      </a:r>
                      <a:endParaRPr lang="en-US" altLang="zh-CN" sz="1400" b="1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33640" marR="33640" marT="4672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3428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4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实验</a:t>
                      </a:r>
                      <a:r>
                        <a:rPr lang="en-US" altLang="zh-CN" sz="14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4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简单部件与状态机设计</a:t>
                      </a:r>
                    </a:p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4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(</a:t>
                      </a:r>
                      <a:r>
                        <a:rPr lang="en-US" altLang="zh-CN" sz="1400" b="1" kern="0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Logisim</a:t>
                      </a:r>
                      <a:r>
                        <a:rPr lang="en-US" altLang="zh-CN" sz="14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)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搭建支持加、减、按位或功能的</a:t>
                      </a:r>
                      <a:r>
                        <a:rPr lang="en-US" altLang="zh-CN" sz="14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ALU</a:t>
                      </a:r>
                      <a:r>
                        <a:rPr lang="zh-CN" altLang="en-US" sz="14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；</a:t>
                      </a:r>
                      <a:r>
                        <a:rPr lang="en-US" altLang="zh-CN" sz="14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GRF</a:t>
                      </a:r>
                      <a:r>
                        <a:rPr lang="zh-CN" altLang="en-US" sz="14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设计；表决器设计等</a:t>
                      </a:r>
                      <a:endParaRPr lang="en-US" altLang="zh-CN" sz="14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课下实验任务的扩展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4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4-6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4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7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4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课上</a:t>
                      </a:r>
                      <a:r>
                        <a:rPr lang="en-US" altLang="zh-CN" sz="14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4</a:t>
                      </a:r>
                      <a:r>
                        <a:rPr lang="zh-CN" altLang="en-US" sz="14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课时</a:t>
                      </a:r>
                      <a:endParaRPr lang="en-US" altLang="zh-CN" sz="14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33640" marR="33640" marT="4672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3428"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实验</a:t>
                      </a: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MIPS</a:t>
                      </a: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汇编实验（</a:t>
                      </a: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Mars</a:t>
                      </a: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最大公约数、</a:t>
                      </a: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字符串逆置、汉诺塔等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汇编基础知识考核；编程题：排序、函数调用、递归以及模拟计算相关的汇编实现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7-8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课上</a:t>
                      </a: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4</a:t>
                      </a: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课时</a:t>
                      </a:r>
                      <a:endParaRPr lang="en-US" altLang="zh-CN" sz="14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33640" marR="33640" marT="4672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34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4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实验</a:t>
                      </a:r>
                      <a:r>
                        <a:rPr lang="en-US" altLang="zh-CN" sz="14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</a:t>
                      </a:r>
                      <a:endParaRPr lang="en-US" sz="14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单周期</a:t>
                      </a: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CPU</a:t>
                      </a: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实验（</a:t>
                      </a: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Logisim</a:t>
                      </a: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设计支持不少于</a:t>
                      </a: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5</a:t>
                      </a: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条指令的单周期</a:t>
                      </a: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CPU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在课下任务的基础上，增加至少</a:t>
                      </a: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条指令。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9-11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12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课上</a:t>
                      </a: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4</a:t>
                      </a: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课时</a:t>
                      </a:r>
                      <a:endParaRPr lang="en-US" altLang="zh-CN" sz="14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33640" marR="33640" marT="4672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34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4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实验</a:t>
                      </a:r>
                      <a:r>
                        <a:rPr lang="en-US" altLang="zh-CN" sz="14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4</a:t>
                      </a:r>
                      <a:endParaRPr lang="en-US" sz="14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模拟</a:t>
                      </a:r>
                      <a:r>
                        <a:rPr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Cache</a:t>
                      </a: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设计</a:t>
                      </a: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(Logisim)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Cache</a:t>
                      </a: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原理</a:t>
                      </a: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设计</a:t>
                      </a:r>
                      <a:endParaRPr lang="zh-CN" altLang="zh-CN" sz="14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综合完善</a:t>
                      </a: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Cache</a:t>
                      </a: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设计，使其更高效</a:t>
                      </a: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（扩展版）等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12-14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15</a:t>
                      </a:r>
                    </a:p>
                  </a:txBody>
                  <a:tcPr marL="33640" marR="33640" marT="4672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课上</a:t>
                      </a: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4</a:t>
                      </a: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课时</a:t>
                      </a:r>
                      <a:endParaRPr lang="en-US" altLang="zh-CN" sz="14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33640" marR="33640" marT="4672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/>
          <p:cNvSpPr>
            <a:spLocks noGrp="1"/>
          </p:cNvSpPr>
          <p:nvPr>
            <p:ph type="title"/>
          </p:nvPr>
        </p:nvSpPr>
        <p:spPr>
          <a:xfrm>
            <a:off x="1535113" y="98425"/>
            <a:ext cx="9505950" cy="766763"/>
          </a:xfrm>
        </p:spPr>
        <p:txBody>
          <a:bodyPr anchor="b"/>
          <a:lstStyle/>
          <a:p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预备阶段（第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3~4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周）</a:t>
            </a:r>
          </a:p>
        </p:txBody>
      </p:sp>
      <p:sp>
        <p:nvSpPr>
          <p:cNvPr id="13314" name="内容占位符 2"/>
          <p:cNvSpPr>
            <a:spLocks noGrp="1"/>
          </p:cNvSpPr>
          <p:nvPr>
            <p:ph idx="1"/>
          </p:nvPr>
        </p:nvSpPr>
        <p:spPr>
          <a:xfrm>
            <a:off x="1003935" y="1101725"/>
            <a:ext cx="10921365" cy="5580380"/>
          </a:xfrm>
        </p:spPr>
        <p:txBody>
          <a:bodyPr anchor="t"/>
          <a:lstStyle/>
          <a:p>
            <a:pPr indent="0" latinLnBrk="0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目标：学习相关基础知识、编程语言及设计工具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0" latinLnBrk="0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数制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0" latinLnBrk="0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数字电路：门电路、组合电路、时序电路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0" latinLnBrk="0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语言：汇编语言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MIPS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指令集、汇编程序解析及设计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0" latinLnBrk="0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indent="0" latinLnBrk="0">
              <a:lnSpc>
                <a:spcPct val="150000"/>
              </a:lnSpc>
              <a:spcBef>
                <a:spcPts val="0"/>
              </a:spcBef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Logisim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数字电路模拟器，具有直观友善的电路建模和仿真功能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indent="0" latinLnBrk="0">
              <a:lnSpc>
                <a:spcPct val="150000"/>
              </a:lnSpc>
              <a:spcBef>
                <a:spcPts val="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MARS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MIPS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模拟器，辅助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MIPS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汇编程序编写、调试，设计验证的工具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latinLnBrk="0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学习方式：在实验平台完成相关教学内容的自学与评测</a:t>
            </a:r>
          </a:p>
          <a:p>
            <a:pPr marL="457200" lvl="1" indent="0" latinLnBrk="0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注：实验平台访问及使用说明将于第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周发布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内容占位符 1"/>
          <p:cNvSpPr>
            <a:spLocks noGrp="1"/>
          </p:cNvSpPr>
          <p:nvPr>
            <p:ph idx="1"/>
          </p:nvPr>
        </p:nvSpPr>
        <p:spPr>
          <a:xfrm>
            <a:off x="894715" y="1284605"/>
            <a:ext cx="2314575" cy="316928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8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Logisim</a:t>
            </a:r>
            <a:endParaRPr lang="en-US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400" dirty="0" err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Logisim</a:t>
            </a:r>
            <a:r>
              <a:rPr lang="zh-CN" altLang="en-US" sz="2400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是一个数字逻辑电路设计仿真的工具</a:t>
            </a:r>
          </a:p>
        </p:txBody>
      </p:sp>
      <p:sp>
        <p:nvSpPr>
          <p:cNvPr id="31747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你需要学习的内容：软件工具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Logisim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124" name="Picture 4" descr="http://a.fsdn.com/con/app/proj/circuit/screenshots/29789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9925" y="1130300"/>
            <a:ext cx="8592185" cy="551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内容占位符 1"/>
          <p:cNvSpPr>
            <a:spLocks noGrp="1"/>
          </p:cNvSpPr>
          <p:nvPr>
            <p:ph idx="1"/>
          </p:nvPr>
        </p:nvSpPr>
        <p:spPr>
          <a:xfrm>
            <a:off x="846455" y="1200785"/>
            <a:ext cx="3597275" cy="499681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MIPS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模拟器：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MARS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MARS (MIPS Assembler and Runtime Simulator) 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模拟一台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MIPS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计算机，可以编写、执行、调试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MIPS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汇编程序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1747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你需要学习的内容：软件工具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MARS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1748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9270" y="1400810"/>
            <a:ext cx="7644765" cy="459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标题 1"/>
          <p:cNvSpPr>
            <a:spLocks noGrp="1"/>
          </p:cNvSpPr>
          <p:nvPr>
            <p:ph type="title"/>
          </p:nvPr>
        </p:nvSpPr>
        <p:spPr>
          <a:xfrm>
            <a:off x="1535113" y="98425"/>
            <a:ext cx="9405937" cy="766763"/>
          </a:xfrm>
        </p:spPr>
        <p:txBody>
          <a:bodyPr anchor="b"/>
          <a:lstStyle/>
          <a:p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课下与课上实验（第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5~16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周）</a:t>
            </a:r>
          </a:p>
        </p:txBody>
      </p:sp>
      <p:sp>
        <p:nvSpPr>
          <p:cNvPr id="14338" name="内容占位符 2"/>
          <p:cNvSpPr>
            <a:spLocks noGrp="1"/>
          </p:cNvSpPr>
          <p:nvPr>
            <p:ph idx="1"/>
          </p:nvPr>
        </p:nvSpPr>
        <p:spPr>
          <a:xfrm>
            <a:off x="984250" y="1052830"/>
            <a:ext cx="10250805" cy="5411470"/>
          </a:xfrm>
        </p:spPr>
        <p:txBody>
          <a:bodyPr anchor="t"/>
          <a:lstStyle/>
          <a:p>
            <a:pPr indent="0" latinLnBrk="0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课下实验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：课下自学学习，并独立完成实验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0" latinLnBrk="0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）学习实验平台提供的学习材料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0" latinLnBrk="0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）在实验平台完成知识点评测（选择题、填空、判断题等）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0" latinLnBrk="0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）完成实验任务，并按实验要求提交至实验平台进行自动评测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latinLnBrk="0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课上实验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：进行课上实验任务测试，并评价实验完成情况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0" latinLnBrk="0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）基于实验平台完成知识点测评（选择题、填空、判断题等）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0" latinLnBrk="0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）以课下实验设计为基础，在限定时间内完成课上新增实验任务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indent="0" latinLnBrk="0"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步）按课上实验要求，完成实验任务，并提交实验平台通过自动评测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indent="0" latinLnBrk="0"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步）根据情况进行必要的一对一回答检查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标题 1"/>
          <p:cNvSpPr>
            <a:spLocks noGrp="1"/>
          </p:cNvSpPr>
          <p:nvPr>
            <p:ph type="title"/>
          </p:nvPr>
        </p:nvSpPr>
        <p:spPr>
          <a:xfrm>
            <a:off x="1392238" y="169863"/>
            <a:ext cx="9563100" cy="766762"/>
          </a:xfrm>
        </p:spPr>
        <p:txBody>
          <a:bodyPr anchor="b"/>
          <a:lstStyle/>
          <a:p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课程实验成绩评定方法</a:t>
            </a:r>
          </a:p>
        </p:txBody>
      </p:sp>
      <p:sp>
        <p:nvSpPr>
          <p:cNvPr id="15362" name="内容占位符 2"/>
          <p:cNvSpPr>
            <a:spLocks noGrp="1"/>
          </p:cNvSpPr>
          <p:nvPr>
            <p:ph idx="1"/>
          </p:nvPr>
        </p:nvSpPr>
        <p:spPr>
          <a:xfrm>
            <a:off x="934720" y="1353185"/>
            <a:ext cx="10862310" cy="5182870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单个实验成绩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课下实验完成情况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课上实验完成情况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问答情况的综合评定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奖励成绩</a:t>
            </a:r>
          </a:p>
          <a:p>
            <a:pPr lvl="1" algn="l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课程组认定的为实验优化做出贡献，例如：有价值的实验改进建议或提问有等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课程实验综合成绩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综合成绩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单个实验成绩求和+奖励成绩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/>
          <p:cNvSpPr>
            <a:spLocks noGrp="1"/>
          </p:cNvSpPr>
          <p:nvPr>
            <p:ph type="title"/>
          </p:nvPr>
        </p:nvSpPr>
        <p:spPr>
          <a:xfrm>
            <a:off x="1535113" y="98425"/>
            <a:ext cx="9505950" cy="766763"/>
          </a:xfrm>
        </p:spPr>
        <p:txBody>
          <a:bodyPr anchor="b"/>
          <a:lstStyle/>
          <a:p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诚实守信（很重要！！！）</a:t>
            </a:r>
          </a:p>
        </p:txBody>
      </p:sp>
      <p:sp>
        <p:nvSpPr>
          <p:cNvPr id="13314" name="内容占位符 2"/>
          <p:cNvSpPr>
            <a:spLocks noGrp="1"/>
          </p:cNvSpPr>
          <p:nvPr>
            <p:ph idx="1"/>
          </p:nvPr>
        </p:nvSpPr>
        <p:spPr>
          <a:xfrm>
            <a:off x="1007110" y="1101725"/>
            <a:ext cx="10849530" cy="5657850"/>
          </a:xfrm>
        </p:spPr>
        <p:txBody>
          <a:bodyPr anchor="t"/>
          <a:lstStyle/>
          <a:p>
            <a:pPr>
              <a:lnSpc>
                <a:spcPct val="130000"/>
              </a:lnSpc>
            </a:pPr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查重机制：自动化查重</a:t>
            </a:r>
            <a:r>
              <a:rPr kumimoji="1"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人工确认</a:t>
            </a:r>
            <a:endParaRPr kumimoji="1"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若发现异常，将人工复查并进行答辩</a:t>
            </a:r>
            <a:endParaRPr kumimoji="1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查重范围：涵盖</a:t>
            </a:r>
            <a:r>
              <a:rPr kumimoji="1"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本届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及</a:t>
            </a:r>
            <a:r>
              <a:rPr kumimoji="1"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往届</a:t>
            </a:r>
            <a:endParaRPr kumimoji="1"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惩罚措施：抄袭行为确认后，课程成绩为</a:t>
            </a:r>
            <a:r>
              <a:rPr kumimoji="1"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零分</a:t>
            </a:r>
            <a:endParaRPr kumimoji="1"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鼓励大家交流、讨论，但禁止</a:t>
            </a:r>
            <a:r>
              <a:rPr kumimoji="1"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拷贝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代码</a:t>
            </a:r>
            <a:endParaRPr kumimoji="1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>
              <a:lnSpc>
                <a:spcPct val="130000"/>
              </a:lnSpc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可以分享实验思路，但不要直接传播实验详细设计和代码</a:t>
            </a:r>
            <a:endParaRPr kumimoji="1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重要事情说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遍：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抄袭零容忍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！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抄袭零容忍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！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抄袭零容忍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！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不要挑战学院惩处学术不端的决心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抄袭不仅导致课程成绩清零，还影响奖学金评定、保研等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06450" y="1064895"/>
            <a:ext cx="9782175" cy="1593215"/>
          </a:xfrm>
        </p:spPr>
        <p:txBody>
          <a:bodyPr>
            <a:no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教师团队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牛建伟   刘子鹏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李辉勇  李莹 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教辅团队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485" y="170180"/>
            <a:ext cx="11854815" cy="767080"/>
          </a:xfrm>
        </p:spPr>
        <p:txBody>
          <a:bodyPr/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教学团队</a:t>
            </a:r>
          </a:p>
        </p:txBody>
      </p:sp>
      <p:graphicFrame>
        <p:nvGraphicFramePr>
          <p:cNvPr id="28" name="表格 27"/>
          <p:cNvGraphicFramePr/>
          <p:nvPr>
            <p:custDataLst>
              <p:tags r:id="rId1"/>
            </p:custDataLst>
          </p:nvPr>
        </p:nvGraphicFramePr>
        <p:xfrm>
          <a:off x="6988175" y="3161052"/>
          <a:ext cx="4937125" cy="2934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3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2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0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助教姓名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19050" cap="rnd">
                      <a:solidFill>
                        <a:srgbClr val="144D73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144D73"/>
                      </a:solidFill>
                      <a:prstDash val="solid"/>
                    </a:lnT>
                    <a:lnB w="19050">
                      <a:solidFill>
                        <a:srgbClr val="144D73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4D73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20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邮箱</a:t>
                      </a:r>
                      <a:endParaRPr lang="zh-CN" altLang="en-US" sz="20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19050" cap="rnd">
                      <a:solidFill>
                        <a:srgbClr val="144D73"/>
                      </a:solidFill>
                      <a:prstDash val="solid"/>
                    </a:lnR>
                    <a:lnT w="19050" cap="rnd">
                      <a:solidFill>
                        <a:srgbClr val="144D73"/>
                      </a:solidFill>
                      <a:prstDash val="solid"/>
                    </a:lnT>
                    <a:lnB w="19050">
                      <a:solidFill>
                        <a:srgbClr val="144D73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4D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570">
                <a:tc>
                  <a:txBody>
                    <a:bodyPr/>
                    <a:lstStyle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zh-CN" altLang="en-US" sz="2400" b="0" i="0" u="none" strike="noStrike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刘益洲</a:t>
                      </a:r>
                    </a:p>
                  </a:txBody>
                  <a:tcPr marL="9525" marR="9525" marT="9525" marB="0" anchor="ctr">
                    <a:lnL w="19050" cap="rnd">
                      <a:solidFill>
                        <a:srgbClr val="144D73"/>
                      </a:solidFill>
                      <a:prstDash val="solid"/>
                    </a:lnL>
                    <a:lnR w="3175" cap="flat" cmpd="sng" algn="ctr">
                      <a:solidFill>
                        <a:srgbClr val="144D73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4D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400" b="0" dirty="0">
                          <a:solidFill>
                            <a:srgbClr val="40404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20374249@buaa.edu.cn</a:t>
                      </a:r>
                    </a:p>
                  </a:txBody>
                  <a:tcPr marL="12700" marR="12700" marT="12700" anchor="ctr">
                    <a:lnL w="3175" cap="flat" cmpd="sng" algn="ctr">
                      <a:solidFill>
                        <a:srgbClr val="144D73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9050" cap="rnd">
                      <a:solidFill>
                        <a:srgbClr val="144D73"/>
                      </a:solidFill>
                      <a:prstDash val="solid"/>
                    </a:lnR>
                    <a:lnT w="19050" cap="flat" cmpd="sng" algn="ctr">
                      <a:solidFill>
                        <a:srgbClr val="144D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035">
                <a:tc>
                  <a:txBody>
                    <a:bodyPr/>
                    <a:lstStyle/>
                    <a:p>
                      <a:pPr algn="l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400" dirty="0">
                          <a:solidFill>
                            <a:srgbClr val="40404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云惟彬</a:t>
                      </a:r>
                      <a:endParaRPr lang="zh-CN" altLang="en-US" sz="2400" b="0" i="0" u="none" strike="noStrike" dirty="0">
                        <a:solidFill>
                          <a:srgbClr val="40404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9050" cap="rnd">
                      <a:solidFill>
                        <a:srgbClr val="144D73"/>
                      </a:solidFill>
                      <a:prstDash val="solid"/>
                    </a:lnL>
                    <a:lnR w="3175" cap="flat" cmpd="sng" algn="ctr">
                      <a:solidFill>
                        <a:srgbClr val="144D73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44D73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hlinkClick r:id="rId4" tooltip="http://2416013822@qq.com"/>
                        </a:rPr>
                        <a:t>3338608544@qq.com</a:t>
                      </a:r>
                    </a:p>
                  </a:txBody>
                  <a:tcPr marL="12700" marR="12700" marT="12700" anchor="ctr">
                    <a:lnL w="3175" cap="flat" cmpd="sng" algn="ctr">
                      <a:solidFill>
                        <a:srgbClr val="144D73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9050" cap="rnd">
                      <a:solidFill>
                        <a:srgbClr val="144D73"/>
                      </a:solidFill>
                      <a:prstDash val="solid"/>
                    </a:lnR>
                    <a:lnT w="3175" cap="flat" cmpd="sng" algn="ctr">
                      <a:solidFill>
                        <a:srgbClr val="144D73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144D73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algn="l" fontAlgn="ctr">
                        <a:buClrTx/>
                        <a:buSzTx/>
                        <a:buFontTx/>
                      </a:pPr>
                      <a:r>
                        <a:rPr lang="zh-CN" altLang="en-US" sz="2400" b="0" i="0" u="none" strike="noStrike" dirty="0">
                          <a:solidFill>
                            <a:srgbClr val="40404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谢昊宇</a:t>
                      </a:r>
                    </a:p>
                  </a:txBody>
                  <a:tcPr marL="9525" marR="9525" marT="9525" marB="0" anchor="ctr">
                    <a:lnL w="19050" cap="rnd">
                      <a:solidFill>
                        <a:srgbClr val="144D73"/>
                      </a:solidFill>
                      <a:prstDash val="solid"/>
                    </a:lnL>
                    <a:lnR w="3175">
                      <a:solidFill>
                        <a:srgbClr val="144D73"/>
                      </a:solidFill>
                      <a:prstDash val="dot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19050" cap="rnd">
                      <a:solidFill>
                        <a:srgbClr val="144D73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23373296@buaa.edu.cn</a:t>
                      </a:r>
                    </a:p>
                  </a:txBody>
                  <a:tcPr marL="12700" marR="12700" marT="12700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19050" cap="rnd">
                      <a:solidFill>
                        <a:srgbClr val="144D73"/>
                      </a:solidFill>
                      <a:prstDash val="solid"/>
                    </a:lnR>
                    <a:lnT w="3175">
                      <a:solidFill>
                        <a:srgbClr val="144D73"/>
                      </a:solidFill>
                      <a:prstDash val="dot"/>
                    </a:lnT>
                    <a:lnB w="19050" cap="rnd">
                      <a:solidFill>
                        <a:srgbClr val="144D73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algn="l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400" b="0" i="0" u="none" strike="noStrike" dirty="0">
                          <a:solidFill>
                            <a:srgbClr val="40404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马浩然</a:t>
                      </a:r>
                    </a:p>
                  </a:txBody>
                  <a:tcPr marL="9525" marR="9525" marT="9525" marB="0" anchor="ctr">
                    <a:lnL w="19050" cap="rnd">
                      <a:solidFill>
                        <a:srgbClr val="144D73"/>
                      </a:solidFill>
                      <a:prstDash val="solid"/>
                    </a:lnL>
                    <a:lnR w="3175">
                      <a:solidFill>
                        <a:srgbClr val="144D73"/>
                      </a:solidFill>
                      <a:prstDash val="dot"/>
                    </a:lnR>
                    <a:lnT w="19050" cap="rnd" cmpd="sng" algn="ctr">
                      <a:solidFill>
                        <a:srgbClr val="144D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rnd">
                      <a:solidFill>
                        <a:srgbClr val="144D73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ma_haoran@buaa.edu.cn</a:t>
                      </a:r>
                    </a:p>
                  </a:txBody>
                  <a:tcPr marL="12700" marR="12700" marT="12700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19050" cap="rnd">
                      <a:solidFill>
                        <a:srgbClr val="144D73"/>
                      </a:solidFill>
                      <a:prstDash val="solid"/>
                    </a:lnR>
                    <a:lnT w="19050" cap="rnd" cmpd="sng" algn="ctr">
                      <a:solidFill>
                        <a:srgbClr val="144D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rnd">
                      <a:solidFill>
                        <a:srgbClr val="144D73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570">
                <a:tc>
                  <a:txBody>
                    <a:bodyPr/>
                    <a:lstStyle/>
                    <a:p>
                      <a:pPr algn="l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400" b="0" i="0" u="none" strike="noStrike" dirty="0">
                          <a:solidFill>
                            <a:srgbClr val="40404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戈得戎</a:t>
                      </a:r>
                    </a:p>
                  </a:txBody>
                  <a:tcPr marL="9525" marR="9525" marT="9525" marB="0" anchor="ctr">
                    <a:lnL w="19050" cap="rnd">
                      <a:solidFill>
                        <a:srgbClr val="144D73"/>
                      </a:solidFill>
                      <a:prstDash val="solid"/>
                    </a:lnL>
                    <a:lnR w="3175">
                      <a:solidFill>
                        <a:srgbClr val="144D73"/>
                      </a:solidFill>
                      <a:prstDash val="dot"/>
                    </a:lnR>
                    <a:lnT w="19050" cap="rnd" cmpd="sng" algn="ctr">
                      <a:solidFill>
                        <a:srgbClr val="144D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rnd">
                      <a:solidFill>
                        <a:srgbClr val="144D73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3609300677@qq.com</a:t>
                      </a:r>
                    </a:p>
                  </a:txBody>
                  <a:tcPr marL="12700" marR="12700" marT="12700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19050" cap="rnd">
                      <a:solidFill>
                        <a:srgbClr val="144D73"/>
                      </a:solidFill>
                      <a:prstDash val="solid"/>
                    </a:lnR>
                    <a:lnT w="19050" cap="rnd" cmpd="sng" algn="ctr">
                      <a:solidFill>
                        <a:srgbClr val="144D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rnd">
                      <a:solidFill>
                        <a:srgbClr val="144D73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570">
                <a:tc>
                  <a:txBody>
                    <a:bodyPr/>
                    <a:lstStyle/>
                    <a:p>
                      <a:pPr algn="l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400" b="0" i="0" u="none" strike="noStrike" dirty="0">
                          <a:solidFill>
                            <a:srgbClr val="40404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陈润</a:t>
                      </a:r>
                    </a:p>
                  </a:txBody>
                  <a:tcPr marL="9525" marR="9525" marT="9525" marB="0" anchor="ctr">
                    <a:lnL w="19050" cap="rnd">
                      <a:solidFill>
                        <a:srgbClr val="144D73"/>
                      </a:solidFill>
                      <a:prstDash val="solid"/>
                    </a:lnL>
                    <a:lnR w="3175">
                      <a:solidFill>
                        <a:srgbClr val="144D73"/>
                      </a:solidFill>
                      <a:prstDash val="dot"/>
                    </a:lnR>
                    <a:lnT w="19050" cap="rnd" cmpd="sng" algn="ctr">
                      <a:solidFill>
                        <a:srgbClr val="144D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rnd">
                      <a:solidFill>
                        <a:srgbClr val="144D73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22374075@buaa.edu.cn</a:t>
                      </a:r>
                    </a:p>
                  </a:txBody>
                  <a:tcPr marL="12700" marR="12700" marT="12700" anchor="ctr">
                    <a:lnL w="3175">
                      <a:solidFill>
                        <a:srgbClr val="144D73"/>
                      </a:solidFill>
                      <a:prstDash val="dot"/>
                    </a:lnL>
                    <a:lnR w="19050" cap="rnd">
                      <a:solidFill>
                        <a:srgbClr val="144D73"/>
                      </a:solidFill>
                      <a:prstDash val="solid"/>
                    </a:lnR>
                    <a:lnT w="19050" cap="rnd" cmpd="sng" algn="ctr">
                      <a:solidFill>
                        <a:srgbClr val="144D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rnd">
                      <a:solidFill>
                        <a:srgbClr val="144D73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9" name="内容占位符 2"/>
          <p:cNvSpPr>
            <a:spLocks noGrp="1"/>
          </p:cNvSpPr>
          <p:nvPr/>
        </p:nvSpPr>
        <p:spPr>
          <a:xfrm>
            <a:off x="806450" y="2435225"/>
            <a:ext cx="6235065" cy="423227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教辅团队职责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参与实验体系、实验环境建设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>
              <a:lnSpc>
                <a:spcPct val="11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亲历整个实验过程，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产生有建设性改进想法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线上线下答疑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分享学习经验 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>
              <a:lnSpc>
                <a:spcPct val="110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知识要用来分享，才能承先启后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>
              <a:lnSpc>
                <a:spcPct val="110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成功不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付出与拥有，有承担才是最高的成就！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检查实验进度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、完善评价体系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>
              <a:lnSpc>
                <a:spcPct val="11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希望每一位同学都能凭借自己的努力，获得一份公正的评判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endParaRPr kumimoji="1"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/>
          <p:cNvSpPr>
            <a:spLocks noGrp="1"/>
          </p:cNvSpPr>
          <p:nvPr>
            <p:ph type="title"/>
          </p:nvPr>
        </p:nvSpPr>
        <p:spPr>
          <a:xfrm>
            <a:off x="191344" y="188640"/>
            <a:ext cx="9505950" cy="479747"/>
          </a:xfrm>
          <a:ln/>
        </p:spPr>
        <p:txBody>
          <a:bodyPr anchor="b"/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实验平台简介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l="1190"/>
          <a:stretch>
            <a:fillRect/>
          </a:stretch>
        </p:blipFill>
        <p:spPr>
          <a:xfrm>
            <a:off x="1148715" y="2407285"/>
            <a:ext cx="10279380" cy="3964305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6" name="文本框 5"/>
          <p:cNvSpPr txBox="1"/>
          <p:nvPr/>
        </p:nvSpPr>
        <p:spPr>
          <a:xfrm>
            <a:off x="201812" y="924332"/>
            <a:ext cx="5771132" cy="1276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/>
              <a:t>实验平台网站：网址待定</a:t>
            </a:r>
          </a:p>
          <a:p>
            <a:pPr algn="l">
              <a:lnSpc>
                <a:spcPct val="150000"/>
              </a:lnSpc>
            </a:pPr>
            <a:r>
              <a:rPr lang="zh-CN" altLang="en-US" sz="2400" dirty="0"/>
              <a:t>用课程组提供的用户名和初始密码登录</a:t>
            </a:r>
          </a:p>
        </p:txBody>
      </p:sp>
    </p:spTree>
    <p:extLst>
      <p:ext uri="{BB962C8B-B14F-4D97-AF65-F5344CB8AC3E}">
        <p14:creationId xmlns:p14="http://schemas.microsoft.com/office/powerpoint/2010/main" val="703776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/>
          <p:cNvSpPr>
            <a:spLocks noGrp="1"/>
          </p:cNvSpPr>
          <p:nvPr>
            <p:ph type="title"/>
          </p:nvPr>
        </p:nvSpPr>
        <p:spPr>
          <a:xfrm>
            <a:off x="0" y="188640"/>
            <a:ext cx="9505950" cy="479747"/>
          </a:xfrm>
        </p:spPr>
        <p:txBody>
          <a:bodyPr anchor="b"/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实验平台简介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r="9004"/>
          <a:stretch>
            <a:fillRect/>
          </a:stretch>
        </p:blipFill>
        <p:spPr>
          <a:xfrm>
            <a:off x="4402455" y="2040255"/>
            <a:ext cx="7621270" cy="3123565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6" name="文本框 5"/>
          <p:cNvSpPr txBox="1"/>
          <p:nvPr/>
        </p:nvSpPr>
        <p:spPr>
          <a:xfrm>
            <a:off x="263353" y="1248410"/>
            <a:ext cx="4053378" cy="4653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dirty="0"/>
              <a:t>实验平台主要模块包括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400" dirty="0"/>
              <a:t>在线作业即课下实验区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400" dirty="0"/>
              <a:t>在线考试即课时实验区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400" dirty="0"/>
              <a:t>在线答疑是提问和答疑模块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400" dirty="0"/>
              <a:t>在线教程是在线学习的相关教程</a:t>
            </a:r>
          </a:p>
        </p:txBody>
      </p:sp>
    </p:spTree>
    <p:extLst>
      <p:ext uri="{BB962C8B-B14F-4D97-AF65-F5344CB8AC3E}">
        <p14:creationId xmlns:p14="http://schemas.microsoft.com/office/powerpoint/2010/main" val="24156396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edc53b7-fee9-4271-9d98-51da39f7b3fa"/>
  <p:tag name="COMMONDATA" val="eyJoZGlkIjoiNzk3NWI3MTdkYTM2ODA2YTYyZjFhMWQ3MjA1ZDI4NT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44dfb12-37cc-48ea-b573-cedf72bd777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7793d36-93eb-4764-999a-bcf51dd3c550}"/>
  <p:tag name="TABLE_SKINIDX" val="0"/>
  <p:tag name="TABLE_ENCOLOR" val="#FFFFFF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5</TotalTime>
  <Words>1039</Words>
  <Application>Microsoft Macintosh PowerPoint</Application>
  <PresentationFormat>宽屏</PresentationFormat>
  <Paragraphs>136</Paragraphs>
  <Slides>12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黑体</vt:lpstr>
      <vt:lpstr>微软雅黑</vt:lpstr>
      <vt:lpstr>Tahoma</vt:lpstr>
      <vt:lpstr>Times New Roman</vt:lpstr>
      <vt:lpstr>Wingdings</vt:lpstr>
      <vt:lpstr>Blends</vt:lpstr>
      <vt:lpstr>2_Blends</vt:lpstr>
      <vt:lpstr>PowerPoint 演示文稿</vt:lpstr>
      <vt:lpstr>实验教学目标</vt:lpstr>
      <vt:lpstr>课程实验总体安排（3-14周）</vt:lpstr>
      <vt:lpstr>预备阶段（第3~4周）</vt:lpstr>
      <vt:lpstr>你需要学习的内容：软件工具Logisim</vt:lpstr>
      <vt:lpstr>你需要学习的内容：软件工具MARS</vt:lpstr>
      <vt:lpstr>课下与课上实验（第5~16周）</vt:lpstr>
      <vt:lpstr>课程实验成绩评定方法</vt:lpstr>
      <vt:lpstr>诚实守信（很重要！！！）</vt:lpstr>
      <vt:lpstr>教学团队</vt:lpstr>
      <vt:lpstr>实验平台简介</vt:lpstr>
      <vt:lpstr>实验平台简介</vt:lpstr>
    </vt:vector>
  </TitlesOfParts>
  <Company>BUAA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第4章  ARM7TDMI(-S)指令系统</dc:title>
  <dc:creator>Niu Jianwei</dc:creator>
  <cp:lastModifiedBy>winnieliupku@gmail.com</cp:lastModifiedBy>
  <cp:revision>768</cp:revision>
  <dcterms:created xsi:type="dcterms:W3CDTF">2005-03-08T02:11:00Z</dcterms:created>
  <dcterms:modified xsi:type="dcterms:W3CDTF">2025-09-08T02:43:53Z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2052-12.1.0.21171</vt:lpwstr>
  </property>
  <property fmtid="{D5CDD505-2E9C-101B-9397-08002B2CF9AE}" pid="3" name="ICV">
    <vt:lpwstr>3C92129689BE4E0FA2869263F2062D7F_13</vt:lpwstr>
  </property>
</Properties>
</file>